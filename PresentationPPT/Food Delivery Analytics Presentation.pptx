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90474" y="2247007"/>
            <a:ext cx="8411051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E23744"/>
                </a:solidFill>
                <a:latin typeface="Poppins"/>
              </a:rPr>
              <a:t>Food Delivery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0737" y="3447157"/>
            <a:ext cx="80105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Lato"/>
              </a:rPr>
              <a:t>An Interactive Power BI Dashboard Project for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90737" y="4193827"/>
            <a:ext cx="8010525" cy="248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Lato SemiBold"/>
              </a:rPr>
              <a:t>Presented by: </a:t>
            </a:r>
            <a:r>
              <a:rPr lang="en-US" sz="1350" b="0" i="0" u="none" dirty="0" err="1">
                <a:solidFill>
                  <a:srgbClr val="475569"/>
                </a:solidFill>
                <a:latin typeface="Lato SemiBold"/>
              </a:rPr>
              <a:t>Vaishanvi</a:t>
            </a:r>
            <a:r>
              <a:rPr lang="en-US" sz="1350" b="0" i="0" u="none" dirty="0">
                <a:solidFill>
                  <a:srgbClr val="475569"/>
                </a:solidFill>
                <a:latin typeface="Lato SemiBold"/>
              </a:rPr>
              <a:t> Ghule and Roshan Gaikwad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404169"/>
            <a:ext cx="1143000" cy="571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75622" y="2747069"/>
            <a:ext cx="6040755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E23744"/>
                </a:solidFill>
                <a:latin typeface="Poppin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947219"/>
            <a:ext cx="76200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475569"/>
                </a:solidFill>
                <a:latin typeface="Lato"/>
              </a:rPr>
              <a:t>Transforming raw food delivery data into actionable business intelligence using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43100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19431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1943100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Data Overload: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Food delivery platforms generate massive amounts of raw operational data daily.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26955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695575"/>
            <a:ext cx="5048250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Lack of Visibility: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Without proper visualization, it is difficult to spot trends in customer preferences or geographic demand.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752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752850"/>
            <a:ext cx="5048250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Business Optimization: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Restaurants and platforms need clear insights to optimize delivery ranges, pricing, and cuisine offerings.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8101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810125"/>
            <a:ext cx="5048250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Our Solution: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A dynamic Power BI dashboard that synthesizes complex datasets into an intuitive, interactive analytical tool.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943100"/>
            <a:ext cx="5286375" cy="381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293B"/>
                </a:solidFill>
                <a:latin typeface="Poppins SemiBold"/>
              </a:rPr>
              <a:t>The 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56519"/>
            <a:ext cx="3429000" cy="34974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156519"/>
            <a:ext cx="3429000" cy="34974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156519"/>
            <a:ext cx="3429000" cy="34974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0881" y="3423344"/>
            <a:ext cx="18902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1E293B"/>
                </a:solidFill>
                <a:latin typeface="Poppins SemiBold"/>
              </a:rPr>
              <a:t>1. Data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023419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Importing raw CSV/Excel datasets and utilizing Power Query to clean inconsistencies, handle null values, and format dates correctly.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0828" y="3423344"/>
            <a:ext cx="27503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1E293B"/>
                </a:solidFill>
                <a:latin typeface="Poppins SemiBold"/>
              </a:rPr>
              <a:t>2. Data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4023419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Establishing one-to-many relational connections (e.g., mapping Country Codes to primary Country IDs) to create a robust data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0844" y="3423344"/>
            <a:ext cx="249031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1E293B"/>
                </a:solidFill>
                <a:latin typeface="Poppins SemiBold"/>
              </a:rPr>
              <a:t>3.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4023419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Writing custom DAX measures for KPIs and designing an interactive UI with cross-filtering visual charts and slicers.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75" y="2604194"/>
            <a:ext cx="40005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5962" y="2604194"/>
            <a:ext cx="600075" cy="533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9300" y="2604194"/>
            <a:ext cx="53340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293B"/>
                </a:solidFill>
                <a:latin typeface="Poppins SemiBold"/>
              </a:rPr>
              <a:t>Our 3-Step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9891"/>
            <a:ext cx="5286375" cy="33507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229891"/>
            <a:ext cx="5286375" cy="33507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58516"/>
            <a:ext cx="47305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E23744"/>
                </a:solidFill>
                <a:latin typeface="Poppins SemiBold"/>
              </a:rPr>
              <a:t>Dataset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258591"/>
            <a:ext cx="45053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We sourced a comprehensive dataset encompassing over 9,500 distinct restaurant records across 15 countries and 140+ cities.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224337"/>
            <a:ext cx="45053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Key attributes analyzed include cost for two, aggregate ratings, vote counts, availability of online delivery, and categorical cuisine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658516"/>
            <a:ext cx="47305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E23744"/>
                </a:solidFill>
                <a:latin typeface="Poppins SemiBold"/>
              </a:rPr>
              <a:t>Relational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258591"/>
            <a:ext cx="45053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The architecture relies on a multi-table schema. We successfully linked the primary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Restaurants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fact table with the </a:t>
            </a:r>
            <a:r>
              <a:rPr sz="1350" b="1" i="0" u="none">
                <a:solidFill>
                  <a:srgbClr val="475569"/>
                </a:solidFill>
                <a:latin typeface="Lato"/>
              </a:rPr>
              <a:t>Countries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dimension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4224337"/>
            <a:ext cx="45053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This relational link is what enables our dashboard's dynamic slicers to accurately filter entire pages by geographic regions seamlessly.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293B"/>
                </a:solidFill>
                <a:latin typeface="Poppins SemiBold"/>
              </a:rPr>
              <a:t>Dataset &amp; Modeling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293B"/>
                </a:solidFill>
                <a:latin typeface="Poppins SemiBold"/>
              </a:rPr>
              <a:t>Dashboard Features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24000"/>
            <a:ext cx="5550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E293B"/>
                </a:solidFill>
                <a:latin typeface="Poppins SemiBold"/>
              </a:rPr>
              <a:t>Interactive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124075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The final Power BI dashboard features dynamic geographic slicers and global timeline filters. This allows users to drill down from a worldwide view to specific city-level restaurant metrics instantly.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571875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Custom-built KPI cards track total volume, spatial spread, and average rating performance in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9750" y="2209800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Geographic Map Chart: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Plotted restaurant density globally, with bubble sizes dynamically representing the concentration of establishments in specific cities.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057525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Combo &amp; Clustered Charts: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Designed line-and-stacked-column charts to simultaneously contrast cuisine popularity against their average customer ratings.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905250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Categorical Proportions: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Implemented donut and pie charts to visualize the distinct ratio of restaurants offering essential services like Table Booking and Online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752975"/>
            <a:ext cx="904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Dynamic Slicers: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Added user-controlled filter panels (Year, Country) that instantly cross-filter all visualizations on the canvas for targeted analysis.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224087"/>
            <a:ext cx="3048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071812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919537"/>
            <a:ext cx="3048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767262"/>
            <a:ext cx="2667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293B"/>
                </a:solidFill>
                <a:latin typeface="Poppins SemiBold"/>
              </a:rPr>
              <a:t>Core Visualizations Built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6425" y="2522190"/>
            <a:ext cx="8439150" cy="2080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sz="3900" b="0" i="0" u="none">
                <a:solidFill>
                  <a:srgbClr val="1E293B"/>
                </a:solidFill>
                <a:latin typeface="Poppins SemiBold"/>
              </a:rPr>
              <a:t>Data visualization bridges the gap between raw numbers and strategic restaurant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6337" y="4983360"/>
            <a:ext cx="2219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E23744"/>
                </a:solidFill>
                <a:latin typeface="Lato"/>
              </a:rPr>
              <a:t>— Project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9675" y="2903190"/>
            <a:ext cx="4191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FECDD3"/>
                </a:solidFill>
                <a:latin typeface="Poppins SemiBold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3225" y="4602364"/>
            <a:ext cx="4191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FECDD3"/>
                </a:solidFill>
                <a:latin typeface="Poppins SemiBold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293B"/>
                </a:solidFill>
                <a:latin typeface="Poppins SemiBold"/>
              </a:rP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843980"/>
            <a:ext cx="1160145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>
                <a:solidFill>
                  <a:srgbClr val="E23744"/>
                </a:solidFill>
                <a:latin typeface="Poppin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29880"/>
            <a:ext cx="110490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475569"/>
                </a:solidFill>
                <a:latin typeface="Lato"/>
              </a:rPr>
              <a:t>Thank you for your time. We'd be happy to demonstrate the Power BI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472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Roshan Gaikwad</cp:lastModifiedBy>
  <cp:revision>3</cp:revision>
  <dcterms:created xsi:type="dcterms:W3CDTF">2013-01-27T09:14:16Z</dcterms:created>
  <dcterms:modified xsi:type="dcterms:W3CDTF">2026-08-25T10:49:48Z</dcterms:modified>
  <cp:category/>
</cp:coreProperties>
</file>